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Breast Cancer Prediction Using Machine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IN" dirty="0"/>
              <a:t>Parul (2210992033)</a:t>
            </a:r>
          </a:p>
          <a:p>
            <a:pPr algn="ctr"/>
            <a:r>
              <a:rPr lang="en-IN" dirty="0"/>
              <a:t>Rachit Joshi (2210992111)</a:t>
            </a:r>
          </a:p>
          <a:p>
            <a:pPr algn="ctr"/>
            <a:r>
              <a:rPr lang="en-IN" dirty="0"/>
              <a:t>Sukriti (2210992417)</a:t>
            </a:r>
          </a:p>
          <a:p>
            <a:pPr algn="ctr"/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Gifty Gupta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50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Breast cancer is one of the most commonly diagnosed diseases among women worldwide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Occurs when abnormal cells in the breast grow uncontrollably, forming a tumor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Early detection significantly improves survival chances and reduces health risks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detection methods (mammography, biopsy) require time, cost, and expert interpretation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(ML) offers faster, cost-effective, and reliable diagnostic assistance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study uses the Wisconsin Breast Cancer Dataset (569 samples, 30 features)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Multiple supervised ML algorithms are evaluated: Logistic Regression, Decision Tree, Random Forest, SVM, KNN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Dataset &amp; Preprocessing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50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Dataset: Wisconsin Breast Cancer Dataset — 569 samples, 30 numerical features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Features include: Radius, Texture, Perimeter, Area, Smoothness, Concavity, Symmetry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Target variable: Benign (357 samples) or Malignant (212 samples)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No missing/null values found during initial data inspection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Scaling (Standardization) applied to bring all features to a similar range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Critical for distance-based algorithms like KNN and SVM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Split: 80% Training (455 samples) | 20% Testing (114 samples)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Methodology &amp; Model Implementation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50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Five supervised ML algorithms implemented for classification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Regression: Simple, interpretable binary classification using logistic function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Decision Tree: Rule-based, tree-like structure — easy to visualize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Random Forest: Ensemble of multiple decision trees, reduces overfitting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Support Vector Machine (SVM): Finds optimal hyperplane separating classes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K-Nearest Neighbors (KNN): Classifies based on closest neighbors using distance measures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All models trained on identical dataset splits to ensure fair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Results &amp; Performance Evaluation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50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Models evaluated using: Accuracy, Precision, Recall, F1-Score, ROC-AUC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Recall given special importance — critical for identifying malignant cases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SVM achieved best performance: Accuracy = 98.25%, Recall = 100%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 and Random Forest showed strong secondary performance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Confusion matrix confirmed minimal misclassifications for SVM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ROC-AUC curve showed high Area Under Curve — excellent classification ability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Cross-validation confirmed model stability and generalization across data subsets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50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effectively classifies breast tumors as benign or malignant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SVM achieved the highest accuracy (98.25%) with 100% recall on Wisconsin Dataset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Proper preprocessing and performance metrics enhanced model effectiveness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The system can support healthcare professionals in making faster, accurate decisions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Scope: Explore deep learning models for improved accuracy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Scope: Integrate with real-time hospital systems for clinical deployment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Scope: Apply to larger, multi-institutional datasets for broader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34703</TotalTime>
  <Words>507</Words>
  <Application>Microsoft Office PowerPoint</Application>
  <PresentationFormat>On-screen Show (4:3)</PresentationFormat>
  <Paragraphs>60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umesh joshi</cp:lastModifiedBy>
  <cp:revision>2301</cp:revision>
  <dcterms:created xsi:type="dcterms:W3CDTF">2010-04-09T07:36:15Z</dcterms:created>
  <dcterms:modified xsi:type="dcterms:W3CDTF">2026-04-28T06:20:47Z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