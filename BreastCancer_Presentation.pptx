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F3-4B5F-A7CD-9DFC932C409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F3-4B5F-A7CD-9DFC932C40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0F3-4B5F-A7CD-9DFC932C409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0F3-4B5F-A7CD-9DFC932C4097}"/>
              </c:ext>
            </c:extLst>
          </c:dPt>
          <c:dPt>
            <c:idx val="4"/>
            <c:invertIfNegative val="0"/>
            <c:bubble3D val="0"/>
            <c:spPr>
              <a:solidFill>
                <a:srgbClr val="E843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F3-4B5F-A7CD-9DFC932C40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KNN</c:v>
                </c:pt>
                <c:pt idx="2">
                  <c:v>Random Forest</c:v>
                </c:pt>
                <c:pt idx="3">
                  <c:v>Logistic Reg.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93.86</c:v>
                </c:pt>
                <c:pt idx="1">
                  <c:v>95.61</c:v>
                </c:pt>
                <c:pt idx="2">
                  <c:v>96.49</c:v>
                </c:pt>
                <c:pt idx="3">
                  <c:v>97.37</c:v>
                </c:pt>
                <c:pt idx="4">
                  <c:v>98.25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F3-4B5F-A7CD-9DFC932C40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10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D6FA4">
              <a:alpha val="20000"/>
            </a:srgbClr>
          </a:solidFill>
          <a:ln w="12700">
            <a:solidFill>
              <a:srgbClr val="1D6FA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286000" cy="2286000"/>
          </a:xfrm>
          <a:prstGeom prst="ellipse">
            <a:avLst/>
          </a:prstGeom>
          <a:solidFill>
            <a:srgbClr val="E84393">
              <a:alpha val="15000"/>
            </a:srgbClr>
          </a:solidFill>
          <a:ln w="12700">
            <a:solidFill>
              <a:srgbClr val="E8439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029200" cy="27432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 |  Rachit Joshi  |  Sukriti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Gifty Gupta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Chitkara University, Punjab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Semester Academic Research  •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overview &amp; problem statement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65176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6517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&amp; research gap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005840"/>
            <a:ext cx="265176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005840"/>
            <a:ext cx="26517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preprocessing, model implementation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5176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26517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17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model comparison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265176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017520"/>
            <a:ext cx="26517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17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383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09728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33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 globally among women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393192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134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 improving survival chances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393192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20440"/>
            <a:ext cx="54864" cy="109728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93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reliable, cost-effective diagnosis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114800" cy="3657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(mammography, biopsy) are: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Time-consuming &amp; expensive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Prone to human error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Require expert interpretation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diagnosis offers: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Faster predictions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High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Consistent results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Support for medical professionals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143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43000"/>
            <a:ext cx="685800" cy="685800"/>
          </a:xfrm>
          <a:prstGeom prst="ellipse">
            <a:avLst/>
          </a:prstGeom>
          <a:solidFill>
            <a:srgbClr val="1D6FA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using logistic function. Simple, interpretable, ideal for medical diagnosis.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60520" cy="1143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46888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359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761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algorithm using tree structure. Easy to understand, visualize predictions.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60520" cy="1143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794760"/>
            <a:ext cx="685800" cy="6858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794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36850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0873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Reduces overfitting, improves stability and accuracy.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960120"/>
            <a:ext cx="4160520" cy="1143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01768" y="1143000"/>
            <a:ext cx="685800" cy="68580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1033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14356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hyperplane between classes. Excellent for high-dimensional medical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286000"/>
            <a:ext cx="4160520" cy="1143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01768" y="24688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3591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06440" y="2761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based on similarity to neighbors. Captures distance-based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0058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005840"/>
          </a:xfrm>
          <a:prstGeom prst="rect">
            <a:avLst/>
          </a:prstGeom>
          <a:solidFill>
            <a:srgbClr val="1D6FA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920240" cy="1005840"/>
          </a:xfrm>
          <a:prstGeom prst="rect">
            <a:avLst/>
          </a:prstGeom>
          <a:solidFill>
            <a:srgbClr val="E843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Cases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Features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4114800" cy="402336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968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5968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distance from center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358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0358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Gray-scale variation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38144"/>
            <a:ext cx="4114800" cy="402336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747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4747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boundary length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7705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136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9136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4114800" cy="402336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525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3525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measure (perim²/area)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92040" y="2560320"/>
            <a:ext cx="3931920" cy="7315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2670048"/>
            <a:ext cx="502920" cy="50292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26151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2944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values found in dataset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364992"/>
            <a:ext cx="3931920" cy="7315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83480" y="3474720"/>
            <a:ext cx="502920" cy="50292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77840" y="34198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applied to all features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92040" y="4169664"/>
            <a:ext cx="3931920" cy="7315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83480" y="4279392"/>
            <a:ext cx="502920" cy="50292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77840" y="42245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4553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(455) / 20% testing (114)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7373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960120"/>
            <a:ext cx="13716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60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960120"/>
            <a:ext cx="13716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960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13716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60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13716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960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344168"/>
            <a:ext cx="1737360" cy="420624"/>
          </a:xfrm>
          <a:prstGeom prst="rect">
            <a:avLst/>
          </a:prstGeom>
          <a:solidFill>
            <a:srgbClr val="FFF0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441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1344168"/>
            <a:ext cx="1371600" cy="420624"/>
          </a:xfrm>
          <a:prstGeom prst="rect">
            <a:avLst/>
          </a:prstGeom>
          <a:solidFill>
            <a:srgbClr val="FFF0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344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344168"/>
            <a:ext cx="1371600" cy="420624"/>
          </a:xfrm>
          <a:prstGeom prst="rect">
            <a:avLst/>
          </a:prstGeom>
          <a:solidFill>
            <a:srgbClr val="FFF0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344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344168"/>
            <a:ext cx="1371600" cy="420624"/>
          </a:xfrm>
          <a:prstGeom prst="rect">
            <a:avLst/>
          </a:prstGeom>
          <a:solidFill>
            <a:srgbClr val="FFF0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44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344168"/>
            <a:ext cx="1371600" cy="420624"/>
          </a:xfrm>
          <a:prstGeom prst="rect">
            <a:avLst/>
          </a:prstGeom>
          <a:solidFill>
            <a:srgbClr val="FFF0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344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1344168"/>
            <a:ext cx="45720" cy="420624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1801368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8013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18013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18013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97.37%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74720" y="18013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18013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8013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013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18013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8013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258568"/>
            <a:ext cx="173736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258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03120" y="22585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96.49%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22585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22585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22585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2715768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715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03120" y="27157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0" y="27157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95.61%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474720" y="27157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7157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46320" y="27157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7157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17920" y="271576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27157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3172968"/>
            <a:ext cx="173736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172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03120" y="31729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03120" y="3172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93.86%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474720" y="31729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3172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46320" y="31729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3172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217920" y="3172968"/>
            <a:ext cx="137160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172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4864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SVM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65760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98.25%  </a:t>
            </a: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Recall: 100%  </a:t>
            </a: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ROC-AUC: Excellent  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confirmed stable, generalizable performance across all dataset subsets.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— All Models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0" cy="694944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78992"/>
            <a:ext cx="457200" cy="45720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the best accuracy of 98.25% with perfect 100% recall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572000" cy="694944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883664"/>
            <a:ext cx="457200" cy="45720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8379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reliable tool for early breast cancer detection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4572000" cy="694944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688336"/>
            <a:ext cx="457200" cy="45720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426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preprocessing (feature scaling, train/test split) is crucial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4572000" cy="694944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493008"/>
            <a:ext cx="457200" cy="457200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472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assist healthcare professionals in making informed decisions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0" y="274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0" y="960120"/>
            <a:ext cx="329184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9601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learning &amp; neural networks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1737360"/>
            <a:ext cx="329184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7373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Larger, diverse datasets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514600"/>
            <a:ext cx="329184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5146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clinical deployment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3291840"/>
            <a:ext cx="329184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2918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Explainable AI for doctors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4069080"/>
            <a:ext cx="329184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40690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Integration with imaging data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E84393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3063240"/>
            <a:ext cx="4572000" cy="27432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 |  Rachit Joshi  |  Sukriti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Chitkara University, Punjab, India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Gifty Gupta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Prediction Using Machine Learning</dc:title>
  <dc:subject>PptxGenJS Presentation</dc:subject>
  <dc:creator>PptxGenJS</dc:creator>
  <cp:lastModifiedBy>umesh joshi</cp:lastModifiedBy>
  <cp:revision>2</cp:revision>
  <dcterms:created xsi:type="dcterms:W3CDTF">2026-04-27T09:31:47Z</dcterms:created>
  <dcterms:modified xsi:type="dcterms:W3CDTF">2026-04-28T04:57:31Z</dcterms:modified>
</cp:coreProperties>
</file>